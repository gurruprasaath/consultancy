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72" r:id="rId3"/>
    <p:sldId id="258" r:id="rId4"/>
    <p:sldId id="259" r:id="rId5"/>
    <p:sldId id="260" r:id="rId6"/>
    <p:sldId id="262" r:id="rId7"/>
    <p:sldId id="263" r:id="rId8"/>
    <p:sldId id="281" r:id="rId9"/>
    <p:sldId id="278" r:id="rId10"/>
    <p:sldId id="265" r:id="rId11"/>
    <p:sldId id="279" r:id="rId12"/>
    <p:sldId id="280" r:id="rId13"/>
    <p:sldId id="269" r:id="rId14"/>
    <p:sldId id="271" r:id="rId1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92DB03B-1C6F-4B9B-B4D4-988654A8A710}">
  <a:tblStyle styleId="{092DB03B-1C6F-4B9B-B4D4-988654A8A710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18 July 2025</a:t>
            </a:r>
            <a:endParaRPr/>
          </a:p>
        </p:txBody>
      </p:sp>
      <p:sp>
        <p:nvSpPr>
          <p:cNvPr id="83" name="Google Shape;83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1-59</a:t>
            </a:r>
            <a:endParaRPr/>
          </a:p>
        </p:txBody>
      </p:sp>
      <p:sp>
        <p:nvSpPr>
          <p:cNvPr id="84" name="Google Shape;8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7596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F5142D38-5ED7-C32C-1FF5-BA7C5B113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>
            <a:extLst>
              <a:ext uri="{FF2B5EF4-FFF2-40B4-BE49-F238E27FC236}">
                <a16:creationId xmlns:a16="http://schemas.microsoft.com/office/drawing/2014/main" id="{88689EEE-4EC2-EC4E-7864-DE6AC497B9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1:notes">
            <a:extLst>
              <a:ext uri="{FF2B5EF4-FFF2-40B4-BE49-F238E27FC236}">
                <a16:creationId xmlns:a16="http://schemas.microsoft.com/office/drawing/2014/main" id="{DF26D689-7C93-4094-ED48-41B9519E79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1947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2BEE41C6-7E2C-EBDC-795B-382E41DB5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>
            <a:extLst>
              <a:ext uri="{FF2B5EF4-FFF2-40B4-BE49-F238E27FC236}">
                <a16:creationId xmlns:a16="http://schemas.microsoft.com/office/drawing/2014/main" id="{FDF6DE70-E51A-A677-0950-D249393EBC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1:notes">
            <a:extLst>
              <a:ext uri="{FF2B5EF4-FFF2-40B4-BE49-F238E27FC236}">
                <a16:creationId xmlns:a16="http://schemas.microsoft.com/office/drawing/2014/main" id="{B8DDBDE2-0C3E-B7EF-BE5B-3078CF6C7E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89037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C55F01B1-5B0C-61E4-DF9B-78EF079F9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>
            <a:extLst>
              <a:ext uri="{FF2B5EF4-FFF2-40B4-BE49-F238E27FC236}">
                <a16:creationId xmlns:a16="http://schemas.microsoft.com/office/drawing/2014/main" id="{911CBD35-CC0B-E74B-5290-998623DC80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1:notes">
            <a:extLst>
              <a:ext uri="{FF2B5EF4-FFF2-40B4-BE49-F238E27FC236}">
                <a16:creationId xmlns:a16="http://schemas.microsoft.com/office/drawing/2014/main" id="{42346410-4F2F-426B-5BC7-1D7065B410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98654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490E4DD4-7F1A-8131-3053-80CB039BB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>
            <a:extLst>
              <a:ext uri="{FF2B5EF4-FFF2-40B4-BE49-F238E27FC236}">
                <a16:creationId xmlns:a16="http://schemas.microsoft.com/office/drawing/2014/main" id="{1ED0180B-9C55-B2E5-7B5C-8E4B3C300E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1:notes">
            <a:extLst>
              <a:ext uri="{FF2B5EF4-FFF2-40B4-BE49-F238E27FC236}">
                <a16:creationId xmlns:a16="http://schemas.microsoft.com/office/drawing/2014/main" id="{2DED6DD8-01FA-3489-A32E-CC93FED551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45591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Arial"/>
              <a:buNone/>
              <a:defRPr sz="5600" b="1">
                <a:solidFill>
                  <a:srgbClr val="4CE0E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3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4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2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/>
          <p:nvPr/>
        </p:nvSpPr>
        <p:spPr>
          <a:xfrm rot="-10380000" flipH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0"/>
          <p:cNvSpPr/>
          <p:nvPr/>
        </p:nvSpPr>
        <p:spPr>
          <a:xfrm rot="-10380000" flipH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66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0"/>
          <p:cNvSpPr/>
          <p:nvPr/>
        </p:nvSpPr>
        <p:spPr>
          <a:xfrm rot="10800000" flipH="1">
            <a:off x="-9525" y="5816600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0"/>
          <p:cNvSpPr/>
          <p:nvPr/>
        </p:nvSpPr>
        <p:spPr>
          <a:xfrm rot="10800000" flipH="1">
            <a:off x="4381500" y="6219825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>
            <a:spLocks noGrp="1"/>
          </p:cNvSpPr>
          <p:nvPr>
            <p:ph type="pic" idx="2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body" idx="1"/>
          </p:nvPr>
        </p:nvSpPr>
        <p:spPr>
          <a:xfrm rot="5400000">
            <a:off x="2377282" y="15082"/>
            <a:ext cx="4389437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 rot="5400000">
            <a:off x="5052219" y="2491582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861219" y="510382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80000" flip="none" algn="tl"/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subTitle" idx="1"/>
          </p:nvPr>
        </p:nvSpPr>
        <p:spPr>
          <a:xfrm>
            <a:off x="1526649" y="1396474"/>
            <a:ext cx="7053654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60"/>
              <a:buNone/>
            </a:pPr>
            <a:endParaRPr sz="3200" b="1" dirty="0">
              <a:solidFill>
                <a:srgbClr val="B9077E"/>
              </a:solidFill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rgbClr val="B9077E"/>
              </a:buClr>
              <a:buSzPts val="2560"/>
              <a:buNone/>
            </a:pPr>
            <a:r>
              <a:rPr lang="en-IN" sz="3200" b="1" dirty="0">
                <a:solidFill>
                  <a:srgbClr val="B9077E"/>
                </a:solidFill>
              </a:rPr>
              <a:t>    </a:t>
            </a:r>
            <a:endParaRPr sz="3200" dirty="0"/>
          </a:p>
        </p:txBody>
      </p:sp>
      <p:pic>
        <p:nvPicPr>
          <p:cNvPr id="87" name="Google Shape;87;p14" descr="klogo copy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76200"/>
            <a:ext cx="1374249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4" descr="kec2blackborder pn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4495800"/>
            <a:ext cx="1479013" cy="184138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4"/>
          <p:cNvSpPr txBox="1"/>
          <p:nvPr/>
        </p:nvSpPr>
        <p:spPr>
          <a:xfrm>
            <a:off x="2081049" y="3367674"/>
            <a:ext cx="6400800" cy="290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rmAutofit/>
          </a:bodyPr>
          <a:lstStyle/>
          <a:p>
            <a:pPr marL="0" marR="4572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45720" lvl="0" indent="0" algn="ctr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IN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GUIDE</a:t>
            </a:r>
            <a:endParaRPr dirty="0"/>
          </a:p>
          <a:p>
            <a:pPr marL="0" marR="4572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18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</a:t>
            </a:r>
          </a:p>
          <a:p>
            <a:pPr marL="0" marR="4572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1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DESIGNATION </a:t>
            </a:r>
          </a:p>
          <a:p>
            <a:pPr marL="0" marR="4572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endParaRPr sz="1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4572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IN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MEMBER</a:t>
            </a:r>
          </a:p>
          <a:p>
            <a:pPr marL="0" marR="4572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IN" sz="1800" b="1" dirty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NAME – ROLL NO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90" name="Google Shape;90;p14"/>
          <p:cNvSpPr txBox="1">
            <a:spLocks noGrp="1"/>
          </p:cNvSpPr>
          <p:nvPr>
            <p:ph type="ctrTitle"/>
          </p:nvPr>
        </p:nvSpPr>
        <p:spPr>
          <a:xfrm>
            <a:off x="1066800" y="1514000"/>
            <a:ext cx="8077200" cy="1305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GB" sz="2200" b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-PROJECT TITLE-</a:t>
            </a:r>
            <a:br>
              <a:rPr lang="en-GB" sz="2200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2200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SDG (</a:t>
            </a:r>
            <a:r>
              <a:rPr lang="en-GB" sz="2200" b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r>
              <a:rPr lang="en-GB" sz="2200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- </a:t>
            </a:r>
            <a:r>
              <a:rPr lang="en-GB" sz="2200" b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</a:t>
            </a:r>
            <a:endParaRPr sz="2200" b="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3990890" y="2945700"/>
            <a:ext cx="4710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 - 2</a:t>
            </a:r>
            <a:endParaRPr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7AD11B-E2BC-CBAC-B507-955D42498877}"/>
              </a:ext>
            </a:extLst>
          </p:cNvPr>
          <p:cNvSpPr txBox="1"/>
          <p:nvPr/>
        </p:nvSpPr>
        <p:spPr>
          <a:xfrm>
            <a:off x="2081049" y="379977"/>
            <a:ext cx="66963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3300"/>
              <a:buFont typeface="Arial"/>
              <a:buNone/>
            </a:pPr>
            <a:r>
              <a:rPr lang="en-GB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ARTIFICIAL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3300"/>
              <a:buFont typeface="Arial"/>
              <a:buNone/>
            </a:pPr>
            <a:r>
              <a:rPr lang="en-GB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INTELLIGENCE AND MACHINE LEARNING</a:t>
            </a:r>
            <a:endParaRPr lang="en-IN"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body" idx="1"/>
          </p:nvPr>
        </p:nvSpPr>
        <p:spPr>
          <a:xfrm>
            <a:off x="750175" y="1523999"/>
            <a:ext cx="8229600" cy="4377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730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533400" y="9810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964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body" idx="1"/>
          </p:nvPr>
        </p:nvSpPr>
        <p:spPr>
          <a:xfrm>
            <a:off x="779954" y="1753057"/>
            <a:ext cx="82296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SzPts val="1600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533400" y="9810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3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18-Jul-25</a:t>
            </a:r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762000" y="773172"/>
            <a:ext cx="7391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GOAL AND ITS SDG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/>
        </p:nvSpPr>
        <p:spPr>
          <a:xfrm>
            <a:off x="1931275" y="869730"/>
            <a:ext cx="67818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 dirty="0"/>
          </a:p>
        </p:txBody>
      </p:sp>
      <p:sp>
        <p:nvSpPr>
          <p:cNvPr id="116" name="Google Shape;116;p18"/>
          <p:cNvSpPr/>
          <p:nvPr/>
        </p:nvSpPr>
        <p:spPr>
          <a:xfrm>
            <a:off x="630620" y="1714500"/>
            <a:ext cx="820858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Clr>
                <a:schemeClr val="dk1"/>
              </a:buClr>
              <a:buSzPts val="2000"/>
              <a:buFont typeface="Noto Sans Symbols"/>
              <a:buChar char="⮚"/>
            </a:pPr>
            <a:endParaRPr lang="en-GB" sz="2000" dirty="0">
              <a:solidFill>
                <a:schemeClr val="dk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/>
        </p:nvSpPr>
        <p:spPr>
          <a:xfrm>
            <a:off x="2183525" y="818769"/>
            <a:ext cx="6781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IDEA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>
            <a:spLocks noGrp="1"/>
          </p:cNvSpPr>
          <p:nvPr>
            <p:ph type="title"/>
          </p:nvPr>
        </p:nvSpPr>
        <p:spPr>
          <a:xfrm>
            <a:off x="571500" y="24239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/ HARDWARE REQUIREMENTS</a:t>
            </a:r>
            <a:endParaRPr dirty="0"/>
          </a:p>
        </p:txBody>
      </p:sp>
      <p:sp>
        <p:nvSpPr>
          <p:cNvPr id="136" name="Google Shape;136;p21"/>
          <p:cNvSpPr txBox="1">
            <a:spLocks noGrp="1"/>
          </p:cNvSpPr>
          <p:nvPr>
            <p:ph type="body" idx="1"/>
          </p:nvPr>
        </p:nvSpPr>
        <p:spPr>
          <a:xfrm>
            <a:off x="685800" y="1600201"/>
            <a:ext cx="80010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Hardware Specifications:</a:t>
            </a:r>
            <a:endParaRPr lang="en-IN" dirty="0"/>
          </a:p>
          <a:p>
            <a:pPr marL="273050" lvl="0" indent="-1714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lang="en-IN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Software Stack:</a:t>
            </a:r>
            <a:endParaRPr lang="en-IN"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lang="en-IN" dirty="0"/>
          </a:p>
        </p:txBody>
      </p:sp>
      <p:sp>
        <p:nvSpPr>
          <p:cNvPr id="137" name="Google Shape;13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>
          <a:extLst>
            <a:ext uri="{FF2B5EF4-FFF2-40B4-BE49-F238E27FC236}">
              <a16:creationId xmlns:a16="http://schemas.microsoft.com/office/drawing/2014/main" id="{DDEB1866-ACEE-AF72-0DE2-68420540A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>
            <a:extLst>
              <a:ext uri="{FF2B5EF4-FFF2-40B4-BE49-F238E27FC236}">
                <a16:creationId xmlns:a16="http://schemas.microsoft.com/office/drawing/2014/main" id="{99F75213-9812-5388-A7DF-AC5C21BA4D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  <a:t>USE CASE DIAGRAM</a:t>
            </a:r>
            <a:br>
              <a:rPr lang="en-IN" b="1" dirty="0"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</a:b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Google Shape;149;p23">
            <a:extLst>
              <a:ext uri="{FF2B5EF4-FFF2-40B4-BE49-F238E27FC236}">
                <a16:creationId xmlns:a16="http://schemas.microsoft.com/office/drawing/2014/main" id="{A6E39DF5-C82C-E824-EBF7-F3680FF32C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178911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23">
            <a:extLst>
              <a:ext uri="{FF2B5EF4-FFF2-40B4-BE49-F238E27FC236}">
                <a16:creationId xmlns:a16="http://schemas.microsoft.com/office/drawing/2014/main" id="{82D350FE-9B12-B8F4-CAAB-42399C85076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7784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>
          <a:extLst>
            <a:ext uri="{FF2B5EF4-FFF2-40B4-BE49-F238E27FC236}">
              <a16:creationId xmlns:a16="http://schemas.microsoft.com/office/drawing/2014/main" id="{684B7935-0FCF-E132-327D-8D3339CB2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>
            <a:extLst>
              <a:ext uri="{FF2B5EF4-FFF2-40B4-BE49-F238E27FC236}">
                <a16:creationId xmlns:a16="http://schemas.microsoft.com/office/drawing/2014/main" id="{DB8B9821-334B-3E28-7467-123502070C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  <a:t>DESIGN OR SYSTEM FLOW</a:t>
            </a:r>
            <a:br>
              <a:rPr lang="en-IN" b="1" dirty="0"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</a:b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Google Shape;149;p23">
            <a:extLst>
              <a:ext uri="{FF2B5EF4-FFF2-40B4-BE49-F238E27FC236}">
                <a16:creationId xmlns:a16="http://schemas.microsoft.com/office/drawing/2014/main" id="{284EFC06-3DE8-8EE3-4791-D1CEF6007D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178911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23">
            <a:extLst>
              <a:ext uri="{FF2B5EF4-FFF2-40B4-BE49-F238E27FC236}">
                <a16:creationId xmlns:a16="http://schemas.microsoft.com/office/drawing/2014/main" id="{B4089C46-FB9B-4669-B502-A6EC6F9D8DF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3489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MODULES WITH DESCRIPTION</a:t>
            </a:r>
            <a:br>
              <a:rPr lang="en-IN" b="1" dirty="0"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</a:b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Google Shape;149;p23"/>
          <p:cNvSpPr txBox="1">
            <a:spLocks noGrp="1"/>
          </p:cNvSpPr>
          <p:nvPr>
            <p:ph type="body" idx="1"/>
          </p:nvPr>
        </p:nvSpPr>
        <p:spPr>
          <a:xfrm>
            <a:off x="685800" y="178911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>
          <a:extLst>
            <a:ext uri="{FF2B5EF4-FFF2-40B4-BE49-F238E27FC236}">
              <a16:creationId xmlns:a16="http://schemas.microsoft.com/office/drawing/2014/main" id="{0C865EE3-404D-7820-C178-CF7133F6A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>
            <a:extLst>
              <a:ext uri="{FF2B5EF4-FFF2-40B4-BE49-F238E27FC236}">
                <a16:creationId xmlns:a16="http://schemas.microsoft.com/office/drawing/2014/main" id="{C8F98244-5F31-A413-3183-F10F9E3A0A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IMPLEMENTATION SCREENSHOTS</a:t>
            </a:r>
            <a:br>
              <a:rPr lang="en-IN" b="1" dirty="0"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</a:b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Google Shape;149;p23">
            <a:extLst>
              <a:ext uri="{FF2B5EF4-FFF2-40B4-BE49-F238E27FC236}">
                <a16:creationId xmlns:a16="http://schemas.microsoft.com/office/drawing/2014/main" id="{5CAD257E-DB8C-C8EF-CA71-3386754E1A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178911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23">
            <a:extLst>
              <a:ext uri="{FF2B5EF4-FFF2-40B4-BE49-F238E27FC236}">
                <a16:creationId xmlns:a16="http://schemas.microsoft.com/office/drawing/2014/main" id="{9F58861B-6857-9327-4539-F7C7CEC6067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308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>
          <a:extLst>
            <a:ext uri="{FF2B5EF4-FFF2-40B4-BE49-F238E27FC236}">
              <a16:creationId xmlns:a16="http://schemas.microsoft.com/office/drawing/2014/main" id="{92DAEFEF-7BB5-716D-4B99-E28312401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>
            <a:extLst>
              <a:ext uri="{FF2B5EF4-FFF2-40B4-BE49-F238E27FC236}">
                <a16:creationId xmlns:a16="http://schemas.microsoft.com/office/drawing/2014/main" id="{5CA5618E-808C-7B64-8189-F74A799E01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INTERMEDIATE RESULT SCREENSHOTS</a:t>
            </a:r>
            <a:br>
              <a:rPr lang="en-IN" b="1" dirty="0"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</a:b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Google Shape;149;p23">
            <a:extLst>
              <a:ext uri="{FF2B5EF4-FFF2-40B4-BE49-F238E27FC236}">
                <a16:creationId xmlns:a16="http://schemas.microsoft.com/office/drawing/2014/main" id="{ABD95076-706A-E7FF-013D-A13954942D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178911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23">
            <a:extLst>
              <a:ext uri="{FF2B5EF4-FFF2-40B4-BE49-F238E27FC236}">
                <a16:creationId xmlns:a16="http://schemas.microsoft.com/office/drawing/2014/main" id="{854F47AE-EFEC-685E-CEFB-C9614DE8985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75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>
            <a:spLocks noGrp="1"/>
          </p:cNvSpPr>
          <p:nvPr>
            <p:ph type="title"/>
          </p:nvPr>
        </p:nvSpPr>
        <p:spPr>
          <a:xfrm>
            <a:off x="457200" y="46324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</a:t>
            </a:r>
            <a:r>
              <a:rPr lang="en-IN" sz="30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REFERENCES</a:t>
            </a:r>
            <a:br>
              <a:rPr lang="en-IN" dirty="0"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</a:b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9F1F83-AB94-0381-D686-BE1834F742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2737" y="3838022"/>
            <a:ext cx="8229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>
            <a:spLocks noGrp="1"/>
          </p:cNvSpPr>
          <p:nvPr>
            <p:ph type="title"/>
          </p:nvPr>
        </p:nvSpPr>
        <p:spPr>
          <a:xfrm>
            <a:off x="601717" y="572814"/>
            <a:ext cx="82296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dirty="0">
                <a:solidFill>
                  <a:schemeClr val="dk1"/>
                </a:solidFill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  <a:t>THANK YOU</a:t>
            </a:r>
            <a:endParaRPr sz="6000" dirty="0">
              <a:solidFill>
                <a:schemeClr val="dk1"/>
              </a:solidFill>
              <a:latin typeface="Times New Roman" panose="02020603050405020304" pitchFamily="18" charset="0"/>
              <a:ea typeface="Algerian"/>
              <a:cs typeface="Times New Roman" panose="02020603050405020304" pitchFamily="18" charset="0"/>
              <a:sym typeface="Algeri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93</Words>
  <Application>Microsoft Office PowerPoint</Application>
  <PresentationFormat>On-screen Show (4:3)</PresentationFormat>
  <Paragraphs>39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Noto Sans Symbols</vt:lpstr>
      <vt:lpstr>Times New Roman</vt:lpstr>
      <vt:lpstr>Wingdings</vt:lpstr>
      <vt:lpstr>Flow</vt:lpstr>
      <vt:lpstr>-PROJECT TITLE- SDG (NO) - TYPE</vt:lpstr>
      <vt:lpstr>INTRODUCTION</vt:lpstr>
      <vt:lpstr>PROBLEM STATEMENT</vt:lpstr>
      <vt:lpstr>PowerPoint Presentation</vt:lpstr>
      <vt:lpstr>PowerPoint Presentation</vt:lpstr>
      <vt:lpstr>PowerPoint Presentation</vt:lpstr>
      <vt:lpstr>SOFTWARE / HARDWARE REQUIREMENTS</vt:lpstr>
      <vt:lpstr>USE CASE DIAGRAM </vt:lpstr>
      <vt:lpstr>DESIGN OR SYSTEM FLOW </vt:lpstr>
      <vt:lpstr>  MODULES WITH DESCRIPTION </vt:lpstr>
      <vt:lpstr>IMPLEMENTATION SCREENSHOTS </vt:lpstr>
      <vt:lpstr>  INTERMEDIATE RESULT SCREENSHOTS </vt:lpstr>
      <vt:lpstr>  REFERENCES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saliniyan</dc:creator>
  <cp:lastModifiedBy>Hamsanandhini S</cp:lastModifiedBy>
  <cp:revision>9</cp:revision>
  <dcterms:modified xsi:type="dcterms:W3CDTF">2026-02-18T07:25:13Z</dcterms:modified>
</cp:coreProperties>
</file>